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itanic.jpg">    </p:cNvPr>
          <p:cNvPicPr>
            <a:picLocks noChangeAspect="1"/>
          </p:cNvPicPr>
          <p:nvPr/>
        </p:nvPicPr>
        <p:blipFill>
          <a:blip r:embed="rId1"/>
          <a:srcRect l="8000" r="6721" t="0" b="0"/>
          <a:stretch/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TITANIC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cuentan los datos sobre la supervivencia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3063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673"/>
                </a:solidFill>
              </a:rPr>
              <a:t>Visualización avanzada · práctica obligatoria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3703320"/>
            <a:ext cx="2011680" cy="0"/>
          </a:xfrm>
          <a:prstGeom prst="line">
            <a:avLst/>
          </a:prstGeom>
          <a:noFill/>
          <a:ln w="2794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accidente con mortalidad muy alta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920240" cy="0"/>
          </a:xfrm>
          <a:prstGeom prst="line">
            <a:avLst/>
          </a:prstGeom>
          <a:noFill/>
          <a:ln w="20320">
            <a:solidFill>
              <a:srgbClr val="B8860B"/>
            </a:solidFill>
            <a:prstDash val="solid"/>
          </a:ln>
        </p:spPr>
      </p:sp>
      <p:pic>
        <p:nvPicPr>
          <p:cNvPr id="5" name="Image 0" descr="/mnt/data/figures/titanic_01_mortalidad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316" y="1389888"/>
            <a:ext cx="6173087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45920"/>
            <a:ext cx="329184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8B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61,6%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263140"/>
            <a:ext cx="3291840" cy="5184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pasajeros registrados fallecieron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32918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36B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38,4%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85800" y="3680460"/>
            <a:ext cx="329184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sobrevivieron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617720"/>
            <a:ext cx="3383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no parte de una distribución equilibrada: la supervivencia fue minoritaria.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dataset Titanic (891 pasajeros). Gráficas generadas en el notebook adjunto.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apoyan “mujeres y niños primero”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920240" cy="0"/>
          </a:xfrm>
          <a:prstGeom prst="line">
            <a:avLst/>
          </a:prstGeom>
          <a:noFill/>
          <a:ln w="20320">
            <a:solidFill>
              <a:srgbClr val="B8860B"/>
            </a:solidFill>
            <a:prstDash val="solid"/>
          </a:ln>
        </p:spPr>
      </p:sp>
      <p:pic>
        <p:nvPicPr>
          <p:cNvPr id="5" name="Image 0" descr="/mnt/data/figures/titanic_02_mujeres_ni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179" y="1353312"/>
            <a:ext cx="693820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3246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36B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74,2%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080260"/>
            <a:ext cx="324612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supervivencia de mujeres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3246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36B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52,5%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85800" y="3223260"/>
            <a:ext cx="324612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supervivencia de niños/as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3246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8B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17,4%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85800" y="4366260"/>
            <a:ext cx="324612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supervivencia de hombres adultos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5800" y="5120640"/>
            <a:ext cx="3383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prioridad se observa claramente frente a los hombres adultos.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dataset Titanic (891 pasajeros). Gráficas generadas en el notebook adjunto.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la clase del pasaje cambia mucho el resultado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920240" cy="0"/>
          </a:xfrm>
          <a:prstGeom prst="line">
            <a:avLst/>
          </a:prstGeom>
          <a:noFill/>
          <a:ln w="20320">
            <a:solidFill>
              <a:srgbClr val="B8860B"/>
            </a:solidFill>
            <a:prstDash val="solid"/>
          </a:ln>
        </p:spPr>
      </p:sp>
      <p:pic>
        <p:nvPicPr>
          <p:cNvPr id="5" name="Image 0" descr="/mnt/data/figures/titanic_03_supervivencia_cl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64446"/>
            <a:ext cx="6903720" cy="44582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3246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36B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63,0%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171700"/>
            <a:ext cx="324612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supervivencia en 1ª clase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3246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8B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24,2%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85800" y="3406140"/>
            <a:ext cx="324612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supervivencia en 3ª clase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343400"/>
            <a:ext cx="3520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probabilidad de sobrevivir no dependía solo de sexo y edad: el tipo de pasaje también fue decisivo.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dataset Titanic (891 pasajeros). Gráficas generadas en el notebook adjunto.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explica diferencias entre mujeres y niños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920240" cy="0"/>
          </a:xfrm>
          <a:prstGeom prst="line">
            <a:avLst/>
          </a:prstGeom>
          <a:noFill/>
          <a:ln w="20320">
            <a:solidFill>
              <a:srgbClr val="B8860B"/>
            </a:solidFill>
            <a:prstDash val="solid"/>
          </a:ln>
        </p:spPr>
      </p:sp>
      <p:pic>
        <p:nvPicPr>
          <p:cNvPr id="5" name="Image 0" descr="/mnt/data/figures/titanic_04_mujeres_ninos_cl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2635" y="1298448"/>
            <a:ext cx="674813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37360"/>
            <a:ext cx="32004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36B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≈100%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217420"/>
            <a:ext cx="320040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mujeres/niños en 1ª–2ª clase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320040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8B2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32,1%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685800" y="3451860"/>
            <a:ext cx="3200400" cy="403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niños/as de 3ª clase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389120"/>
            <a:ext cx="3337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“primero mujeres y niños” no elimina la desigualdad por clase: en 3ª clase cae con fuerza.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dataset Titanic (891 pasajeros). Gráficas generadas en el notebook adjunto.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puerto influye, pero por el pasaje que embarcó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920240" cy="0"/>
          </a:xfrm>
          <a:prstGeom prst="line">
            <a:avLst/>
          </a:prstGeom>
          <a:noFill/>
          <a:ln w="20320">
            <a:solidFill>
              <a:srgbClr val="B8860B"/>
            </a:solidFill>
            <a:prstDash val="solid"/>
          </a:ln>
        </p:spPr>
      </p:sp>
      <p:pic>
        <p:nvPicPr>
          <p:cNvPr id="5" name="Image 0" descr="/mnt/data/figures/titanic_05_supervivencia_puer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21115"/>
            <a:ext cx="5303520" cy="3424913"/>
          </a:xfrm>
          <a:prstGeom prst="rect">
            <a:avLst/>
          </a:prstGeom>
        </p:spPr>
      </p:pic>
      <p:pic>
        <p:nvPicPr>
          <p:cNvPr id="6" name="Image 1" descr="/mnt/data/figures/titanic_06_mix_puerto_cl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852415"/>
            <a:ext cx="5349240" cy="31623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3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Cherbourg registra mayor supervivencia y también más pasaje de 1ª clase. Queenstown concentra 3ª clase.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9436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dataset Titanic (891 pasajeros). Gráficas generadas en el notebook adjunto.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Risc Informatica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Titanic: visualizacion avanzada</dc:title>
  <dc:subject>Practica obligatoria: Titanic</dc:subject>
  <dc:creator>OpenAI</dc:creator>
  <cp:lastModifiedBy>OpenAI</cp:lastModifiedBy>
  <cp:revision>1</cp:revision>
  <dcterms:created xsi:type="dcterms:W3CDTF">2026-05-05T13:34:45Z</dcterms:created>
  <dcterms:modified xsi:type="dcterms:W3CDTF">2026-05-05T13:34:45Z</dcterms:modified>
</cp:coreProperties>
</file>